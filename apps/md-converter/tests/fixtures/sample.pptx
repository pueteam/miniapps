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r:id="rId1"/>
    <p:sldId r:id="rId2"/>
  </p:sldIdLst>
  <p:sldMasterIdLst>
    <p:sldMasterId r:id="rId3"/>
  </p:sldMasterIdLst>
</p:presentation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/></Relationships>
</file>

<file path=ppt/slides/_rels/slide1.xml.rels><?xml version="1.0" encoding="UTF-8"?>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Hola Slide</a:t>
            </a:r>
          </a:p>
        </p:txBody>
      </p:sp>
    </p:spTree>
  </p:cSld>
</p:sld>
</file>